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9" r:id="rId8"/>
    <p:sldId id="270" r:id="rId9"/>
    <p:sldId id="271" r:id="rId10"/>
    <p:sldId id="272" r:id="rId11"/>
    <p:sldId id="262" r:id="rId12"/>
    <p:sldId id="263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FD7AF-F2CE-4AC3-B451-7024B35C2500}" v="8" dt="2026-06-23T08:05:16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3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 K" userId="6f7b8de0af5bd69d" providerId="LiveId" clId="{B7395231-FE89-442B-870F-FF8CE07FA4E7}"/>
    <pc:docChg chg="undo custSel addSld delSld modSld sldOrd">
      <pc:chgData name="Tejaswi K" userId="6f7b8de0af5bd69d" providerId="LiveId" clId="{B7395231-FE89-442B-870F-FF8CE07FA4E7}" dt="2026-06-23T08:13:15.474" v="57" actId="2711"/>
      <pc:docMkLst>
        <pc:docMk/>
      </pc:docMkLst>
      <pc:sldChg chg="modSp mod">
        <pc:chgData name="Tejaswi K" userId="6f7b8de0af5bd69d" providerId="LiveId" clId="{B7395231-FE89-442B-870F-FF8CE07FA4E7}" dt="2026-06-23T08:13:15.474" v="57" actId="2711"/>
        <pc:sldMkLst>
          <pc:docMk/>
          <pc:sldMk cId="475335097" sldId="256"/>
        </pc:sldMkLst>
        <pc:spChg chg="mod">
          <ac:chgData name="Tejaswi K" userId="6f7b8de0af5bd69d" providerId="LiveId" clId="{B7395231-FE89-442B-870F-FF8CE07FA4E7}" dt="2026-06-23T07:49:13.958" v="14" actId="20577"/>
          <ac:spMkLst>
            <pc:docMk/>
            <pc:sldMk cId="475335097" sldId="256"/>
            <ac:spMk id="2" creationId="{CABD1ED5-BC60-692C-818F-DF33DE4D360F}"/>
          </ac:spMkLst>
        </pc:spChg>
        <pc:spChg chg="mod">
          <ac:chgData name="Tejaswi K" userId="6f7b8de0af5bd69d" providerId="LiveId" clId="{B7395231-FE89-442B-870F-FF8CE07FA4E7}" dt="2026-06-23T08:13:15.474" v="57" actId="2711"/>
          <ac:spMkLst>
            <pc:docMk/>
            <pc:sldMk cId="475335097" sldId="256"/>
            <ac:spMk id="6" creationId="{A870C09D-E9E8-A372-7240-CD52FFC50186}"/>
          </ac:spMkLst>
        </pc:spChg>
      </pc:sldChg>
      <pc:sldChg chg="ord">
        <pc:chgData name="Tejaswi K" userId="6f7b8de0af5bd69d" providerId="LiveId" clId="{B7395231-FE89-442B-870F-FF8CE07FA4E7}" dt="2026-06-23T08:08:14.772" v="56"/>
        <pc:sldMkLst>
          <pc:docMk/>
          <pc:sldMk cId="3214391856" sldId="259"/>
        </pc:sldMkLst>
      </pc:sldChg>
      <pc:sldChg chg="modSp add del mod">
        <pc:chgData name="Tejaswi K" userId="6f7b8de0af5bd69d" providerId="LiveId" clId="{B7395231-FE89-442B-870F-FF8CE07FA4E7}" dt="2026-06-23T07:50:53.784" v="20" actId="47"/>
        <pc:sldMkLst>
          <pc:docMk/>
          <pc:sldMk cId="4063869619" sldId="262"/>
        </pc:sldMkLst>
        <pc:picChg chg="mod">
          <ac:chgData name="Tejaswi K" userId="6f7b8de0af5bd69d" providerId="LiveId" clId="{B7395231-FE89-442B-870F-FF8CE07FA4E7}" dt="2026-06-19T04:12:33.548" v="7" actId="1036"/>
          <ac:picMkLst>
            <pc:docMk/>
            <pc:sldMk cId="4063869619" sldId="262"/>
            <ac:picMk id="5" creationId="{2BD3CA7C-E9FE-EBCA-D497-A6D44589D74E}"/>
          </ac:picMkLst>
        </pc:picChg>
      </pc:sldChg>
      <pc:sldChg chg="del">
        <pc:chgData name="Tejaswi K" userId="6f7b8de0af5bd69d" providerId="LiveId" clId="{B7395231-FE89-442B-870F-FF8CE07FA4E7}" dt="2026-06-23T08:07:11.953" v="54" actId="47"/>
        <pc:sldMkLst>
          <pc:docMk/>
          <pc:sldMk cId="1351391067" sldId="264"/>
        </pc:sldMkLst>
      </pc:sldChg>
      <pc:sldChg chg="del">
        <pc:chgData name="Tejaswi K" userId="6f7b8de0af5bd69d" providerId="LiveId" clId="{B7395231-FE89-442B-870F-FF8CE07FA4E7}" dt="2026-06-23T08:06:39.736" v="53" actId="47"/>
        <pc:sldMkLst>
          <pc:docMk/>
          <pc:sldMk cId="1256377969" sldId="265"/>
        </pc:sldMkLst>
      </pc:sldChg>
      <pc:sldChg chg="modSp mod">
        <pc:chgData name="Tejaswi K" userId="6f7b8de0af5bd69d" providerId="LiveId" clId="{B7395231-FE89-442B-870F-FF8CE07FA4E7}" dt="2026-06-19T04:02:10.109" v="4" actId="1076"/>
        <pc:sldMkLst>
          <pc:docMk/>
          <pc:sldMk cId="1822548153" sldId="266"/>
        </pc:sldMkLst>
        <pc:spChg chg="mod">
          <ac:chgData name="Tejaswi K" userId="6f7b8de0af5bd69d" providerId="LiveId" clId="{B7395231-FE89-442B-870F-FF8CE07FA4E7}" dt="2026-06-19T04:01:45.289" v="3" actId="1076"/>
          <ac:spMkLst>
            <pc:docMk/>
            <pc:sldMk cId="1822548153" sldId="266"/>
            <ac:spMk id="2" creationId="{BC9E5389-5510-B9BB-721A-910C9B3A0394}"/>
          </ac:spMkLst>
        </pc:spChg>
        <pc:spChg chg="mod">
          <ac:chgData name="Tejaswi K" userId="6f7b8de0af5bd69d" providerId="LiveId" clId="{B7395231-FE89-442B-870F-FF8CE07FA4E7}" dt="2026-06-19T04:02:10.109" v="4" actId="1076"/>
          <ac:spMkLst>
            <pc:docMk/>
            <pc:sldMk cId="1822548153" sldId="266"/>
            <ac:spMk id="3" creationId="{F0AEB61A-9849-DA0E-943E-9E8E188D8023}"/>
          </ac:spMkLst>
        </pc:spChg>
      </pc:sldChg>
      <pc:sldChg chg="modSp mod">
        <pc:chgData name="Tejaswi K" userId="6f7b8de0af5bd69d" providerId="LiveId" clId="{B7395231-FE89-442B-870F-FF8CE07FA4E7}" dt="2026-06-19T04:20:15.411" v="11" actId="1076"/>
        <pc:sldMkLst>
          <pc:docMk/>
          <pc:sldMk cId="1237973936" sldId="267"/>
        </pc:sldMkLst>
        <pc:picChg chg="mod">
          <ac:chgData name="Tejaswi K" userId="6f7b8de0af5bd69d" providerId="LiveId" clId="{B7395231-FE89-442B-870F-FF8CE07FA4E7}" dt="2026-06-19T04:20:15.411" v="11" actId="1076"/>
          <ac:picMkLst>
            <pc:docMk/>
            <pc:sldMk cId="1237973936" sldId="267"/>
            <ac:picMk id="5" creationId="{144E72D1-693E-E51A-EA75-A4C069B16F87}"/>
          </ac:picMkLst>
        </pc:picChg>
      </pc:sldChg>
      <pc:sldChg chg="modSp new mod">
        <pc:chgData name="Tejaswi K" userId="6f7b8de0af5bd69d" providerId="LiveId" clId="{B7395231-FE89-442B-870F-FF8CE07FA4E7}" dt="2026-06-23T07:55:45.210" v="28" actId="27636"/>
        <pc:sldMkLst>
          <pc:docMk/>
          <pc:sldMk cId="2461866675" sldId="269"/>
        </pc:sldMkLst>
        <pc:spChg chg="mod">
          <ac:chgData name="Tejaswi K" userId="6f7b8de0af5bd69d" providerId="LiveId" clId="{B7395231-FE89-442B-870F-FF8CE07FA4E7}" dt="2026-06-23T07:50:23.351" v="18" actId="255"/>
          <ac:spMkLst>
            <pc:docMk/>
            <pc:sldMk cId="2461866675" sldId="269"/>
            <ac:spMk id="2" creationId="{4D908457-DAC9-5F3F-612C-EB3BCB683D38}"/>
          </ac:spMkLst>
        </pc:spChg>
        <pc:spChg chg="mod">
          <ac:chgData name="Tejaswi K" userId="6f7b8de0af5bd69d" providerId="LiveId" clId="{B7395231-FE89-442B-870F-FF8CE07FA4E7}" dt="2026-06-23T07:55:45.210" v="28" actId="27636"/>
          <ac:spMkLst>
            <pc:docMk/>
            <pc:sldMk cId="2461866675" sldId="269"/>
            <ac:spMk id="3" creationId="{CFE4BE4D-E1E4-19EC-605B-35704C5E9493}"/>
          </ac:spMkLst>
        </pc:spChg>
      </pc:sldChg>
      <pc:sldChg chg="modSp new mod">
        <pc:chgData name="Tejaswi K" userId="6f7b8de0af5bd69d" providerId="LiveId" clId="{B7395231-FE89-442B-870F-FF8CE07FA4E7}" dt="2026-06-23T07:56:43.994" v="36" actId="20577"/>
        <pc:sldMkLst>
          <pc:docMk/>
          <pc:sldMk cId="3699457370" sldId="270"/>
        </pc:sldMkLst>
        <pc:spChg chg="mod">
          <ac:chgData name="Tejaswi K" userId="6f7b8de0af5bd69d" providerId="LiveId" clId="{B7395231-FE89-442B-870F-FF8CE07FA4E7}" dt="2026-06-23T07:51:20.582" v="24" actId="122"/>
          <ac:spMkLst>
            <pc:docMk/>
            <pc:sldMk cId="3699457370" sldId="270"/>
            <ac:spMk id="2" creationId="{300119D5-0816-9003-23C3-07C141046FF8}"/>
          </ac:spMkLst>
        </pc:spChg>
        <pc:spChg chg="mod">
          <ac:chgData name="Tejaswi K" userId="6f7b8de0af5bd69d" providerId="LiveId" clId="{B7395231-FE89-442B-870F-FF8CE07FA4E7}" dt="2026-06-23T07:56:43.994" v="36" actId="20577"/>
          <ac:spMkLst>
            <pc:docMk/>
            <pc:sldMk cId="3699457370" sldId="270"/>
            <ac:spMk id="3" creationId="{98E2D367-AF0D-B2CA-A9B7-C6B705E20D4B}"/>
          </ac:spMkLst>
        </pc:spChg>
      </pc:sldChg>
      <pc:sldChg chg="modSp new mod">
        <pc:chgData name="Tejaswi K" userId="6f7b8de0af5bd69d" providerId="LiveId" clId="{B7395231-FE89-442B-870F-FF8CE07FA4E7}" dt="2026-06-23T08:04:49.286" v="48" actId="27636"/>
        <pc:sldMkLst>
          <pc:docMk/>
          <pc:sldMk cId="726164372" sldId="271"/>
        </pc:sldMkLst>
        <pc:spChg chg="mod">
          <ac:chgData name="Tejaswi K" userId="6f7b8de0af5bd69d" providerId="LiveId" clId="{B7395231-FE89-442B-870F-FF8CE07FA4E7}" dt="2026-06-23T07:58:53.669" v="41" actId="122"/>
          <ac:spMkLst>
            <pc:docMk/>
            <pc:sldMk cId="726164372" sldId="271"/>
            <ac:spMk id="2" creationId="{0531908E-3FEA-0400-F539-1BC450783AEB}"/>
          </ac:spMkLst>
        </pc:spChg>
        <pc:spChg chg="mod">
          <ac:chgData name="Tejaswi K" userId="6f7b8de0af5bd69d" providerId="LiveId" clId="{B7395231-FE89-442B-870F-FF8CE07FA4E7}" dt="2026-06-23T08:04:49.286" v="48" actId="27636"/>
          <ac:spMkLst>
            <pc:docMk/>
            <pc:sldMk cId="726164372" sldId="271"/>
            <ac:spMk id="3" creationId="{1479A548-7B68-0A78-ADCF-BB13D14C5B16}"/>
          </ac:spMkLst>
        </pc:spChg>
      </pc:sldChg>
      <pc:sldChg chg="modSp new mod">
        <pc:chgData name="Tejaswi K" userId="6f7b8de0af5bd69d" providerId="LiveId" clId="{B7395231-FE89-442B-870F-FF8CE07FA4E7}" dt="2026-06-23T08:05:28.365" v="52" actId="1076"/>
        <pc:sldMkLst>
          <pc:docMk/>
          <pc:sldMk cId="1879795989" sldId="272"/>
        </pc:sldMkLst>
        <pc:spChg chg="mod">
          <ac:chgData name="Tejaswi K" userId="6f7b8de0af5bd69d" providerId="LiveId" clId="{B7395231-FE89-442B-870F-FF8CE07FA4E7}" dt="2026-06-23T07:59:19.255" v="44" actId="122"/>
          <ac:spMkLst>
            <pc:docMk/>
            <pc:sldMk cId="1879795989" sldId="272"/>
            <ac:spMk id="2" creationId="{25CDB016-F60E-5B78-6190-E4D4EC274AA2}"/>
          </ac:spMkLst>
        </pc:spChg>
        <pc:spChg chg="mod">
          <ac:chgData name="Tejaswi K" userId="6f7b8de0af5bd69d" providerId="LiveId" clId="{B7395231-FE89-442B-870F-FF8CE07FA4E7}" dt="2026-06-23T08:05:28.365" v="52" actId="1076"/>
          <ac:spMkLst>
            <pc:docMk/>
            <pc:sldMk cId="1879795989" sldId="272"/>
            <ac:spMk id="3" creationId="{EF4E3B0E-03EF-0376-05B7-D2729006212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B789C-D1F2-44C9-AF7D-BB26812B93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8E9CA8-885C-42C5-A0CF-9514832D6AB3}">
      <dgm:prSet/>
      <dgm:spPr/>
      <dgm:t>
        <a:bodyPr/>
        <a:lstStyle/>
        <a:p>
          <a:r>
            <a:rPr lang="en-IN" b="1" dirty="0"/>
            <a:t>Python Programming</a:t>
          </a:r>
          <a:r>
            <a:rPr lang="en-IN" dirty="0"/>
            <a:t> – Used to develop the accident detection and alert system.</a:t>
          </a:r>
          <a:endParaRPr lang="en-US" dirty="0"/>
        </a:p>
      </dgm:t>
    </dgm:pt>
    <dgm:pt modelId="{C066542D-2CF0-4531-8FBD-26858CDF3952}" type="parTrans" cxnId="{A1AC1172-5356-4C6A-A7E6-575BAC1B74A3}">
      <dgm:prSet/>
      <dgm:spPr/>
      <dgm:t>
        <a:bodyPr/>
        <a:lstStyle/>
        <a:p>
          <a:endParaRPr lang="en-US"/>
        </a:p>
      </dgm:t>
    </dgm:pt>
    <dgm:pt modelId="{26E09BBA-CCDE-4615-90BB-A12F19A58510}" type="sibTrans" cxnId="{A1AC1172-5356-4C6A-A7E6-575BAC1B74A3}">
      <dgm:prSet/>
      <dgm:spPr/>
      <dgm:t>
        <a:bodyPr/>
        <a:lstStyle/>
        <a:p>
          <a:endParaRPr lang="en-US"/>
        </a:p>
      </dgm:t>
    </dgm:pt>
    <dgm:pt modelId="{DFFF6353-EE37-4D33-8112-39683A3CAD33}">
      <dgm:prSet/>
      <dgm:spPr/>
      <dgm:t>
        <a:bodyPr/>
        <a:lstStyle/>
        <a:p>
          <a:r>
            <a:rPr lang="en-IN" b="1"/>
            <a:t>CSV File Processing</a:t>
          </a:r>
          <a:r>
            <a:rPr lang="en-IN"/>
            <a:t> – Stores and manages accident records and sensor data efficiently.</a:t>
          </a:r>
          <a:endParaRPr lang="en-US"/>
        </a:p>
      </dgm:t>
    </dgm:pt>
    <dgm:pt modelId="{B8973CB4-2DE7-4133-ADB7-5CE60EE14D58}" type="parTrans" cxnId="{69FE6E8D-8003-4713-96D3-860E60422DD8}">
      <dgm:prSet/>
      <dgm:spPr/>
      <dgm:t>
        <a:bodyPr/>
        <a:lstStyle/>
        <a:p>
          <a:endParaRPr lang="en-US"/>
        </a:p>
      </dgm:t>
    </dgm:pt>
    <dgm:pt modelId="{B1E12EE6-DC8E-4B19-8AF7-D9C65EFB8A93}" type="sibTrans" cxnId="{69FE6E8D-8003-4713-96D3-860E60422DD8}">
      <dgm:prSet/>
      <dgm:spPr/>
      <dgm:t>
        <a:bodyPr/>
        <a:lstStyle/>
        <a:p>
          <a:endParaRPr lang="en-US"/>
        </a:p>
      </dgm:t>
    </dgm:pt>
    <dgm:pt modelId="{C02A95C4-2CA8-4CA8-A1A8-1FE98ADF3638}">
      <dgm:prSet/>
      <dgm:spPr/>
      <dgm:t>
        <a:bodyPr/>
        <a:lstStyle/>
        <a:p>
          <a:r>
            <a:rPr lang="en-IN" b="1"/>
            <a:t>Data Analysis</a:t>
          </a:r>
          <a:r>
            <a:rPr lang="en-IN"/>
            <a:t> – Analyzes collected data to identify accident patterns and trends.</a:t>
          </a:r>
          <a:endParaRPr lang="en-US"/>
        </a:p>
      </dgm:t>
    </dgm:pt>
    <dgm:pt modelId="{3035B500-CFA4-4B5F-AA2D-7772D3A52051}" type="parTrans" cxnId="{C3F88A2E-C80C-499B-96BA-5E88B1846FBE}">
      <dgm:prSet/>
      <dgm:spPr/>
      <dgm:t>
        <a:bodyPr/>
        <a:lstStyle/>
        <a:p>
          <a:endParaRPr lang="en-US"/>
        </a:p>
      </dgm:t>
    </dgm:pt>
    <dgm:pt modelId="{5E48962C-3934-45E3-8F53-E3FD7C6EBC7B}" type="sibTrans" cxnId="{C3F88A2E-C80C-499B-96BA-5E88B1846FBE}">
      <dgm:prSet/>
      <dgm:spPr/>
      <dgm:t>
        <a:bodyPr/>
        <a:lstStyle/>
        <a:p>
          <a:endParaRPr lang="en-US"/>
        </a:p>
      </dgm:t>
    </dgm:pt>
    <dgm:pt modelId="{1A1C3E76-44BA-490E-97CE-3D22B918073D}">
      <dgm:prSet/>
      <dgm:spPr/>
      <dgm:t>
        <a:bodyPr/>
        <a:lstStyle/>
        <a:p>
          <a:r>
            <a:rPr lang="en-IN" b="1"/>
            <a:t>GPS Location Tracking</a:t>
          </a:r>
          <a:r>
            <a:rPr lang="en-IN"/>
            <a:t> – Determines and shares the exact accident location in real time.</a:t>
          </a:r>
          <a:endParaRPr lang="en-US"/>
        </a:p>
      </dgm:t>
    </dgm:pt>
    <dgm:pt modelId="{6047B449-BE55-40EA-9697-9A3E05522A8F}" type="parTrans" cxnId="{81A225DF-643B-40C7-B7DB-3898505EB4DE}">
      <dgm:prSet/>
      <dgm:spPr/>
      <dgm:t>
        <a:bodyPr/>
        <a:lstStyle/>
        <a:p>
          <a:endParaRPr lang="en-US"/>
        </a:p>
      </dgm:t>
    </dgm:pt>
    <dgm:pt modelId="{3EA5652E-D33E-4236-B67C-029486F13673}" type="sibTrans" cxnId="{81A225DF-643B-40C7-B7DB-3898505EB4DE}">
      <dgm:prSet/>
      <dgm:spPr/>
      <dgm:t>
        <a:bodyPr/>
        <a:lstStyle/>
        <a:p>
          <a:endParaRPr lang="en-US"/>
        </a:p>
      </dgm:t>
    </dgm:pt>
    <dgm:pt modelId="{60DEAEA0-241E-4CFB-BD67-D1C34EA9CA4F}">
      <dgm:prSet/>
      <dgm:spPr/>
      <dgm:t>
        <a:bodyPr/>
        <a:lstStyle/>
        <a:p>
          <a:r>
            <a:rPr lang="en-IN" b="1"/>
            <a:t>Artificial Intelligence (AI)</a:t>
          </a:r>
          <a:r>
            <a:rPr lang="en-IN"/>
            <a:t> – Automatically detects accidents using intelligent algorithms.</a:t>
          </a:r>
          <a:endParaRPr lang="en-US"/>
        </a:p>
      </dgm:t>
    </dgm:pt>
    <dgm:pt modelId="{A987E427-4D7C-472B-A6C9-35102F1DB5C9}" type="parTrans" cxnId="{E9D1A6B1-700D-4228-82C1-044759780C88}">
      <dgm:prSet/>
      <dgm:spPr/>
      <dgm:t>
        <a:bodyPr/>
        <a:lstStyle/>
        <a:p>
          <a:endParaRPr lang="en-US"/>
        </a:p>
      </dgm:t>
    </dgm:pt>
    <dgm:pt modelId="{292F789B-987E-41D4-8434-78BB1A894BE1}" type="sibTrans" cxnId="{E9D1A6B1-700D-4228-82C1-044759780C88}">
      <dgm:prSet/>
      <dgm:spPr/>
      <dgm:t>
        <a:bodyPr/>
        <a:lstStyle/>
        <a:p>
          <a:endParaRPr lang="en-US"/>
        </a:p>
      </dgm:t>
    </dgm:pt>
    <dgm:pt modelId="{D10F398D-BAB9-4434-90B1-C8BDD5FF06C1}">
      <dgm:prSet/>
      <dgm:spPr/>
      <dgm:t>
        <a:bodyPr/>
        <a:lstStyle/>
        <a:p>
          <a:r>
            <a:rPr lang="en-IN" b="1"/>
            <a:t>Matplotlib &amp; Pandas</a:t>
          </a:r>
          <a:r>
            <a:rPr lang="en-IN"/>
            <a:t> – Used for data visualization, reporting, and performance analysis.</a:t>
          </a:r>
          <a:endParaRPr lang="en-US"/>
        </a:p>
      </dgm:t>
    </dgm:pt>
    <dgm:pt modelId="{C832E93F-BD30-405C-B6FB-CAF4AAAAF940}" type="parTrans" cxnId="{2529697C-6584-4E7B-AFF1-28F9D2F66DC0}">
      <dgm:prSet/>
      <dgm:spPr/>
      <dgm:t>
        <a:bodyPr/>
        <a:lstStyle/>
        <a:p>
          <a:endParaRPr lang="en-US"/>
        </a:p>
      </dgm:t>
    </dgm:pt>
    <dgm:pt modelId="{28045E4C-C6C2-44CD-9439-6C7F1E62B12F}" type="sibTrans" cxnId="{2529697C-6584-4E7B-AFF1-28F9D2F66DC0}">
      <dgm:prSet/>
      <dgm:spPr/>
      <dgm:t>
        <a:bodyPr/>
        <a:lstStyle/>
        <a:p>
          <a:endParaRPr lang="en-US"/>
        </a:p>
      </dgm:t>
    </dgm:pt>
    <dgm:pt modelId="{5B6CAC12-00B4-4D20-8BAF-760A6BB9F4ED}" type="pres">
      <dgm:prSet presAssocID="{1B6B789C-D1F2-44C9-AF7D-BB26812B932F}" presName="root" presStyleCnt="0">
        <dgm:presLayoutVars>
          <dgm:dir/>
          <dgm:resizeHandles val="exact"/>
        </dgm:presLayoutVars>
      </dgm:prSet>
      <dgm:spPr/>
    </dgm:pt>
    <dgm:pt modelId="{A25AED7B-A83A-47A4-8EF5-DE18B4BDC2CA}" type="pres">
      <dgm:prSet presAssocID="{A68E9CA8-885C-42C5-A0CF-9514832D6AB3}" presName="compNode" presStyleCnt="0"/>
      <dgm:spPr/>
    </dgm:pt>
    <dgm:pt modelId="{00262922-62FD-422F-8A3F-CDD2B045884F}" type="pres">
      <dgm:prSet presAssocID="{A68E9CA8-885C-42C5-A0CF-9514832D6AB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671A9D5-FD7D-4A69-9B0C-855491D6A691}" type="pres">
      <dgm:prSet presAssocID="{A68E9CA8-885C-42C5-A0CF-9514832D6AB3}" presName="spaceRect" presStyleCnt="0"/>
      <dgm:spPr/>
    </dgm:pt>
    <dgm:pt modelId="{77A4417C-4151-42CB-9DDD-8BE45DB24033}" type="pres">
      <dgm:prSet presAssocID="{A68E9CA8-885C-42C5-A0CF-9514832D6AB3}" presName="textRect" presStyleLbl="revTx" presStyleIdx="0" presStyleCnt="6">
        <dgm:presLayoutVars>
          <dgm:chMax val="1"/>
          <dgm:chPref val="1"/>
        </dgm:presLayoutVars>
      </dgm:prSet>
      <dgm:spPr/>
    </dgm:pt>
    <dgm:pt modelId="{952BC04D-338E-40EB-A4B2-2B6E4C45E655}" type="pres">
      <dgm:prSet presAssocID="{26E09BBA-CCDE-4615-90BB-A12F19A58510}" presName="sibTrans" presStyleCnt="0"/>
      <dgm:spPr/>
    </dgm:pt>
    <dgm:pt modelId="{2DF43031-6E15-43E5-9EC6-FD055C11F55C}" type="pres">
      <dgm:prSet presAssocID="{DFFF6353-EE37-4D33-8112-39683A3CAD33}" presName="compNode" presStyleCnt="0"/>
      <dgm:spPr/>
    </dgm:pt>
    <dgm:pt modelId="{41C98A3E-4836-4BD1-9B94-A941322B0316}" type="pres">
      <dgm:prSet presAssocID="{DFFF6353-EE37-4D33-8112-39683A3CAD3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9A978BC-2FA0-4755-BB94-B0F39B49198D}" type="pres">
      <dgm:prSet presAssocID="{DFFF6353-EE37-4D33-8112-39683A3CAD33}" presName="spaceRect" presStyleCnt="0"/>
      <dgm:spPr/>
    </dgm:pt>
    <dgm:pt modelId="{C6AA9A93-75AF-41B1-9EAD-260392A9F70A}" type="pres">
      <dgm:prSet presAssocID="{DFFF6353-EE37-4D33-8112-39683A3CAD33}" presName="textRect" presStyleLbl="revTx" presStyleIdx="1" presStyleCnt="6">
        <dgm:presLayoutVars>
          <dgm:chMax val="1"/>
          <dgm:chPref val="1"/>
        </dgm:presLayoutVars>
      </dgm:prSet>
      <dgm:spPr/>
    </dgm:pt>
    <dgm:pt modelId="{261CBFC5-96A8-4EDB-B226-30933C55BA84}" type="pres">
      <dgm:prSet presAssocID="{B1E12EE6-DC8E-4B19-8AF7-D9C65EFB8A93}" presName="sibTrans" presStyleCnt="0"/>
      <dgm:spPr/>
    </dgm:pt>
    <dgm:pt modelId="{3727EB65-8782-4B36-BA1C-39FF7DE75834}" type="pres">
      <dgm:prSet presAssocID="{C02A95C4-2CA8-4CA8-A1A8-1FE98ADF3638}" presName="compNode" presStyleCnt="0"/>
      <dgm:spPr/>
    </dgm:pt>
    <dgm:pt modelId="{8823BDDC-AA47-45DF-A23D-02FF7EB325BD}" type="pres">
      <dgm:prSet presAssocID="{C02A95C4-2CA8-4CA8-A1A8-1FE98ADF363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6ABA69A-4105-41C7-A138-3FC4B17ED435}" type="pres">
      <dgm:prSet presAssocID="{C02A95C4-2CA8-4CA8-A1A8-1FE98ADF3638}" presName="spaceRect" presStyleCnt="0"/>
      <dgm:spPr/>
    </dgm:pt>
    <dgm:pt modelId="{E51C73CC-BF47-4ACA-85F4-963F73625DC1}" type="pres">
      <dgm:prSet presAssocID="{C02A95C4-2CA8-4CA8-A1A8-1FE98ADF3638}" presName="textRect" presStyleLbl="revTx" presStyleIdx="2" presStyleCnt="6">
        <dgm:presLayoutVars>
          <dgm:chMax val="1"/>
          <dgm:chPref val="1"/>
        </dgm:presLayoutVars>
      </dgm:prSet>
      <dgm:spPr/>
    </dgm:pt>
    <dgm:pt modelId="{C983052A-7B3D-4CE1-BCFA-FA73C126D93B}" type="pres">
      <dgm:prSet presAssocID="{5E48962C-3934-45E3-8F53-E3FD7C6EBC7B}" presName="sibTrans" presStyleCnt="0"/>
      <dgm:spPr/>
    </dgm:pt>
    <dgm:pt modelId="{AFC73B2A-81E2-40AF-A4CA-25C0DFCC6042}" type="pres">
      <dgm:prSet presAssocID="{1A1C3E76-44BA-490E-97CE-3D22B918073D}" presName="compNode" presStyleCnt="0"/>
      <dgm:spPr/>
    </dgm:pt>
    <dgm:pt modelId="{2E3E08C4-8D05-4A8A-A99E-7D7301EF37BD}" type="pres">
      <dgm:prSet presAssocID="{1A1C3E76-44BA-490E-97CE-3D22B918073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995058A-01B2-4D52-A8C4-DCA564EEFAD0}" type="pres">
      <dgm:prSet presAssocID="{1A1C3E76-44BA-490E-97CE-3D22B918073D}" presName="spaceRect" presStyleCnt="0"/>
      <dgm:spPr/>
    </dgm:pt>
    <dgm:pt modelId="{DF6E6C77-B8F8-4FC7-AACA-E5D8859E0A60}" type="pres">
      <dgm:prSet presAssocID="{1A1C3E76-44BA-490E-97CE-3D22B918073D}" presName="textRect" presStyleLbl="revTx" presStyleIdx="3" presStyleCnt="6">
        <dgm:presLayoutVars>
          <dgm:chMax val="1"/>
          <dgm:chPref val="1"/>
        </dgm:presLayoutVars>
      </dgm:prSet>
      <dgm:spPr/>
    </dgm:pt>
    <dgm:pt modelId="{DAB5B8F6-6465-4732-A911-2EF90FC6FDB4}" type="pres">
      <dgm:prSet presAssocID="{3EA5652E-D33E-4236-B67C-029486F13673}" presName="sibTrans" presStyleCnt="0"/>
      <dgm:spPr/>
    </dgm:pt>
    <dgm:pt modelId="{1997B29F-4AF5-4C7B-A2F9-45405627BCA4}" type="pres">
      <dgm:prSet presAssocID="{60DEAEA0-241E-4CFB-BD67-D1C34EA9CA4F}" presName="compNode" presStyleCnt="0"/>
      <dgm:spPr/>
    </dgm:pt>
    <dgm:pt modelId="{412DC8CE-DBEB-429F-B94B-490A7FC751F0}" type="pres">
      <dgm:prSet presAssocID="{60DEAEA0-241E-4CFB-BD67-D1C34EA9CA4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ADE5A0A-F720-4302-A516-72A2EB86C1E4}" type="pres">
      <dgm:prSet presAssocID="{60DEAEA0-241E-4CFB-BD67-D1C34EA9CA4F}" presName="spaceRect" presStyleCnt="0"/>
      <dgm:spPr/>
    </dgm:pt>
    <dgm:pt modelId="{12D01BA1-A251-4395-985A-23FE3B2470A8}" type="pres">
      <dgm:prSet presAssocID="{60DEAEA0-241E-4CFB-BD67-D1C34EA9CA4F}" presName="textRect" presStyleLbl="revTx" presStyleIdx="4" presStyleCnt="6">
        <dgm:presLayoutVars>
          <dgm:chMax val="1"/>
          <dgm:chPref val="1"/>
        </dgm:presLayoutVars>
      </dgm:prSet>
      <dgm:spPr/>
    </dgm:pt>
    <dgm:pt modelId="{797DC2B3-6E39-4993-BDB2-4967D8A4F5FD}" type="pres">
      <dgm:prSet presAssocID="{292F789B-987E-41D4-8434-78BB1A894BE1}" presName="sibTrans" presStyleCnt="0"/>
      <dgm:spPr/>
    </dgm:pt>
    <dgm:pt modelId="{94A0C903-98CE-43EB-83E3-E0AC8AB86243}" type="pres">
      <dgm:prSet presAssocID="{D10F398D-BAB9-4434-90B1-C8BDD5FF06C1}" presName="compNode" presStyleCnt="0"/>
      <dgm:spPr/>
    </dgm:pt>
    <dgm:pt modelId="{32C61EE8-AF98-440E-87AB-FE26B49CFE72}" type="pres">
      <dgm:prSet presAssocID="{D10F398D-BAB9-4434-90B1-C8BDD5FF06C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1410435E-1D19-4AED-A215-C8C868BCFF07}" type="pres">
      <dgm:prSet presAssocID="{D10F398D-BAB9-4434-90B1-C8BDD5FF06C1}" presName="spaceRect" presStyleCnt="0"/>
      <dgm:spPr/>
    </dgm:pt>
    <dgm:pt modelId="{A8E3D237-2884-40F9-B40F-0F42532A9A9D}" type="pres">
      <dgm:prSet presAssocID="{D10F398D-BAB9-4434-90B1-C8BDD5FF06C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3493822-FFD4-477D-8A2D-129B2E9E53E0}" type="presOf" srcId="{DFFF6353-EE37-4D33-8112-39683A3CAD33}" destId="{C6AA9A93-75AF-41B1-9EAD-260392A9F70A}" srcOrd="0" destOrd="0" presId="urn:microsoft.com/office/officeart/2018/2/layout/IconLabelList"/>
    <dgm:cxn modelId="{C3F88A2E-C80C-499B-96BA-5E88B1846FBE}" srcId="{1B6B789C-D1F2-44C9-AF7D-BB26812B932F}" destId="{C02A95C4-2CA8-4CA8-A1A8-1FE98ADF3638}" srcOrd="2" destOrd="0" parTransId="{3035B500-CFA4-4B5F-AA2D-7772D3A52051}" sibTransId="{5E48962C-3934-45E3-8F53-E3FD7C6EBC7B}"/>
    <dgm:cxn modelId="{FEA23A2F-0A15-474E-8A3D-C47BED71D4E5}" type="presOf" srcId="{A68E9CA8-885C-42C5-A0CF-9514832D6AB3}" destId="{77A4417C-4151-42CB-9DDD-8BE45DB24033}" srcOrd="0" destOrd="0" presId="urn:microsoft.com/office/officeart/2018/2/layout/IconLabelList"/>
    <dgm:cxn modelId="{9BCF753C-D6DC-44EA-8FD4-DBFCAB4A6D46}" type="presOf" srcId="{1B6B789C-D1F2-44C9-AF7D-BB26812B932F}" destId="{5B6CAC12-00B4-4D20-8BAF-760A6BB9F4ED}" srcOrd="0" destOrd="0" presId="urn:microsoft.com/office/officeart/2018/2/layout/IconLabelList"/>
    <dgm:cxn modelId="{169E8C3F-E192-4710-B7E5-1251622BF192}" type="presOf" srcId="{60DEAEA0-241E-4CFB-BD67-D1C34EA9CA4F}" destId="{12D01BA1-A251-4395-985A-23FE3B2470A8}" srcOrd="0" destOrd="0" presId="urn:microsoft.com/office/officeart/2018/2/layout/IconLabelList"/>
    <dgm:cxn modelId="{E8EB506C-DCB5-409E-B99F-BE42AE5503CF}" type="presOf" srcId="{D10F398D-BAB9-4434-90B1-C8BDD5FF06C1}" destId="{A8E3D237-2884-40F9-B40F-0F42532A9A9D}" srcOrd="0" destOrd="0" presId="urn:microsoft.com/office/officeart/2018/2/layout/IconLabelList"/>
    <dgm:cxn modelId="{A1AC1172-5356-4C6A-A7E6-575BAC1B74A3}" srcId="{1B6B789C-D1F2-44C9-AF7D-BB26812B932F}" destId="{A68E9CA8-885C-42C5-A0CF-9514832D6AB3}" srcOrd="0" destOrd="0" parTransId="{C066542D-2CF0-4531-8FBD-26858CDF3952}" sibTransId="{26E09BBA-CCDE-4615-90BB-A12F19A58510}"/>
    <dgm:cxn modelId="{2529697C-6584-4E7B-AFF1-28F9D2F66DC0}" srcId="{1B6B789C-D1F2-44C9-AF7D-BB26812B932F}" destId="{D10F398D-BAB9-4434-90B1-C8BDD5FF06C1}" srcOrd="5" destOrd="0" parTransId="{C832E93F-BD30-405C-B6FB-CAF4AAAAF940}" sibTransId="{28045E4C-C6C2-44CD-9439-6C7F1E62B12F}"/>
    <dgm:cxn modelId="{69FE6E8D-8003-4713-96D3-860E60422DD8}" srcId="{1B6B789C-D1F2-44C9-AF7D-BB26812B932F}" destId="{DFFF6353-EE37-4D33-8112-39683A3CAD33}" srcOrd="1" destOrd="0" parTransId="{B8973CB4-2DE7-4133-ADB7-5CE60EE14D58}" sibTransId="{B1E12EE6-DC8E-4B19-8AF7-D9C65EFB8A93}"/>
    <dgm:cxn modelId="{E9D1A6B1-700D-4228-82C1-044759780C88}" srcId="{1B6B789C-D1F2-44C9-AF7D-BB26812B932F}" destId="{60DEAEA0-241E-4CFB-BD67-D1C34EA9CA4F}" srcOrd="4" destOrd="0" parTransId="{A987E427-4D7C-472B-A6C9-35102F1DB5C9}" sibTransId="{292F789B-987E-41D4-8434-78BB1A894BE1}"/>
    <dgm:cxn modelId="{4FCE1AB4-8957-48A6-AB20-ED9FA3030862}" type="presOf" srcId="{1A1C3E76-44BA-490E-97CE-3D22B918073D}" destId="{DF6E6C77-B8F8-4FC7-AACA-E5D8859E0A60}" srcOrd="0" destOrd="0" presId="urn:microsoft.com/office/officeart/2018/2/layout/IconLabelList"/>
    <dgm:cxn modelId="{81A225DF-643B-40C7-B7DB-3898505EB4DE}" srcId="{1B6B789C-D1F2-44C9-AF7D-BB26812B932F}" destId="{1A1C3E76-44BA-490E-97CE-3D22B918073D}" srcOrd="3" destOrd="0" parTransId="{6047B449-BE55-40EA-9697-9A3E05522A8F}" sibTransId="{3EA5652E-D33E-4236-B67C-029486F13673}"/>
    <dgm:cxn modelId="{8DCD81F1-D70E-4BEE-847F-7902D8A05867}" type="presOf" srcId="{C02A95C4-2CA8-4CA8-A1A8-1FE98ADF3638}" destId="{E51C73CC-BF47-4ACA-85F4-963F73625DC1}" srcOrd="0" destOrd="0" presId="urn:microsoft.com/office/officeart/2018/2/layout/IconLabelList"/>
    <dgm:cxn modelId="{FE2AB864-9371-4FB4-BB5C-CDCD2EBF14CB}" type="presParOf" srcId="{5B6CAC12-00B4-4D20-8BAF-760A6BB9F4ED}" destId="{A25AED7B-A83A-47A4-8EF5-DE18B4BDC2CA}" srcOrd="0" destOrd="0" presId="urn:microsoft.com/office/officeart/2018/2/layout/IconLabelList"/>
    <dgm:cxn modelId="{19AD1D7F-5DF2-4F5B-80B5-DD5E13E9534A}" type="presParOf" srcId="{A25AED7B-A83A-47A4-8EF5-DE18B4BDC2CA}" destId="{00262922-62FD-422F-8A3F-CDD2B045884F}" srcOrd="0" destOrd="0" presId="urn:microsoft.com/office/officeart/2018/2/layout/IconLabelList"/>
    <dgm:cxn modelId="{8924B97B-2C16-4E59-8120-97A370B282F5}" type="presParOf" srcId="{A25AED7B-A83A-47A4-8EF5-DE18B4BDC2CA}" destId="{E671A9D5-FD7D-4A69-9B0C-855491D6A691}" srcOrd="1" destOrd="0" presId="urn:microsoft.com/office/officeart/2018/2/layout/IconLabelList"/>
    <dgm:cxn modelId="{28F4AD90-67B9-42DA-A1BC-D085A18D3D98}" type="presParOf" srcId="{A25AED7B-A83A-47A4-8EF5-DE18B4BDC2CA}" destId="{77A4417C-4151-42CB-9DDD-8BE45DB24033}" srcOrd="2" destOrd="0" presId="urn:microsoft.com/office/officeart/2018/2/layout/IconLabelList"/>
    <dgm:cxn modelId="{421B396B-60CB-4070-9A91-C33F7562526D}" type="presParOf" srcId="{5B6CAC12-00B4-4D20-8BAF-760A6BB9F4ED}" destId="{952BC04D-338E-40EB-A4B2-2B6E4C45E655}" srcOrd="1" destOrd="0" presId="urn:microsoft.com/office/officeart/2018/2/layout/IconLabelList"/>
    <dgm:cxn modelId="{D2AB905D-50D5-4433-8076-9A0041C7E6D8}" type="presParOf" srcId="{5B6CAC12-00B4-4D20-8BAF-760A6BB9F4ED}" destId="{2DF43031-6E15-43E5-9EC6-FD055C11F55C}" srcOrd="2" destOrd="0" presId="urn:microsoft.com/office/officeart/2018/2/layout/IconLabelList"/>
    <dgm:cxn modelId="{AC4B771D-6571-4A36-B912-73163117E8A3}" type="presParOf" srcId="{2DF43031-6E15-43E5-9EC6-FD055C11F55C}" destId="{41C98A3E-4836-4BD1-9B94-A941322B0316}" srcOrd="0" destOrd="0" presId="urn:microsoft.com/office/officeart/2018/2/layout/IconLabelList"/>
    <dgm:cxn modelId="{15024049-A985-474D-BD47-503A46C06A72}" type="presParOf" srcId="{2DF43031-6E15-43E5-9EC6-FD055C11F55C}" destId="{19A978BC-2FA0-4755-BB94-B0F39B49198D}" srcOrd="1" destOrd="0" presId="urn:microsoft.com/office/officeart/2018/2/layout/IconLabelList"/>
    <dgm:cxn modelId="{C61A83E5-2D1E-44A1-AD28-F7D08EED4C16}" type="presParOf" srcId="{2DF43031-6E15-43E5-9EC6-FD055C11F55C}" destId="{C6AA9A93-75AF-41B1-9EAD-260392A9F70A}" srcOrd="2" destOrd="0" presId="urn:microsoft.com/office/officeart/2018/2/layout/IconLabelList"/>
    <dgm:cxn modelId="{39509B35-BF9F-4D16-899A-A78D1FB93A07}" type="presParOf" srcId="{5B6CAC12-00B4-4D20-8BAF-760A6BB9F4ED}" destId="{261CBFC5-96A8-4EDB-B226-30933C55BA84}" srcOrd="3" destOrd="0" presId="urn:microsoft.com/office/officeart/2018/2/layout/IconLabelList"/>
    <dgm:cxn modelId="{071C49AD-F78A-48A5-9E29-E4266BEBC72B}" type="presParOf" srcId="{5B6CAC12-00B4-4D20-8BAF-760A6BB9F4ED}" destId="{3727EB65-8782-4B36-BA1C-39FF7DE75834}" srcOrd="4" destOrd="0" presId="urn:microsoft.com/office/officeart/2018/2/layout/IconLabelList"/>
    <dgm:cxn modelId="{6286B50F-F236-4397-A55D-B3163A3E6DA3}" type="presParOf" srcId="{3727EB65-8782-4B36-BA1C-39FF7DE75834}" destId="{8823BDDC-AA47-45DF-A23D-02FF7EB325BD}" srcOrd="0" destOrd="0" presId="urn:microsoft.com/office/officeart/2018/2/layout/IconLabelList"/>
    <dgm:cxn modelId="{B00159FD-4470-4C3A-ABBE-476BDE2465E3}" type="presParOf" srcId="{3727EB65-8782-4B36-BA1C-39FF7DE75834}" destId="{A6ABA69A-4105-41C7-A138-3FC4B17ED435}" srcOrd="1" destOrd="0" presId="urn:microsoft.com/office/officeart/2018/2/layout/IconLabelList"/>
    <dgm:cxn modelId="{0B9ED001-C615-45BB-9179-CE98F347EC5B}" type="presParOf" srcId="{3727EB65-8782-4B36-BA1C-39FF7DE75834}" destId="{E51C73CC-BF47-4ACA-85F4-963F73625DC1}" srcOrd="2" destOrd="0" presId="urn:microsoft.com/office/officeart/2018/2/layout/IconLabelList"/>
    <dgm:cxn modelId="{D8DB9AB6-A4D8-4729-8522-537D3D1B93A9}" type="presParOf" srcId="{5B6CAC12-00B4-4D20-8BAF-760A6BB9F4ED}" destId="{C983052A-7B3D-4CE1-BCFA-FA73C126D93B}" srcOrd="5" destOrd="0" presId="urn:microsoft.com/office/officeart/2018/2/layout/IconLabelList"/>
    <dgm:cxn modelId="{42AFBB27-BA52-4B7F-AFD0-3F56C95DB720}" type="presParOf" srcId="{5B6CAC12-00B4-4D20-8BAF-760A6BB9F4ED}" destId="{AFC73B2A-81E2-40AF-A4CA-25C0DFCC6042}" srcOrd="6" destOrd="0" presId="urn:microsoft.com/office/officeart/2018/2/layout/IconLabelList"/>
    <dgm:cxn modelId="{0CE65BB1-FDE0-4FE0-9B9D-76DFBFFF8BFA}" type="presParOf" srcId="{AFC73B2A-81E2-40AF-A4CA-25C0DFCC6042}" destId="{2E3E08C4-8D05-4A8A-A99E-7D7301EF37BD}" srcOrd="0" destOrd="0" presId="urn:microsoft.com/office/officeart/2018/2/layout/IconLabelList"/>
    <dgm:cxn modelId="{4F86CFD5-68E0-4BB2-9532-146CD3C1F5A8}" type="presParOf" srcId="{AFC73B2A-81E2-40AF-A4CA-25C0DFCC6042}" destId="{A995058A-01B2-4D52-A8C4-DCA564EEFAD0}" srcOrd="1" destOrd="0" presId="urn:microsoft.com/office/officeart/2018/2/layout/IconLabelList"/>
    <dgm:cxn modelId="{6BB9BC7C-00D9-4E51-8239-DBE7B7065D49}" type="presParOf" srcId="{AFC73B2A-81E2-40AF-A4CA-25C0DFCC6042}" destId="{DF6E6C77-B8F8-4FC7-AACA-E5D8859E0A60}" srcOrd="2" destOrd="0" presId="urn:microsoft.com/office/officeart/2018/2/layout/IconLabelList"/>
    <dgm:cxn modelId="{AF70E105-AD90-4D74-A093-42F7677131F3}" type="presParOf" srcId="{5B6CAC12-00B4-4D20-8BAF-760A6BB9F4ED}" destId="{DAB5B8F6-6465-4732-A911-2EF90FC6FDB4}" srcOrd="7" destOrd="0" presId="urn:microsoft.com/office/officeart/2018/2/layout/IconLabelList"/>
    <dgm:cxn modelId="{31DE9490-D889-4E1E-B690-6ACDA68BFE8A}" type="presParOf" srcId="{5B6CAC12-00B4-4D20-8BAF-760A6BB9F4ED}" destId="{1997B29F-4AF5-4C7B-A2F9-45405627BCA4}" srcOrd="8" destOrd="0" presId="urn:microsoft.com/office/officeart/2018/2/layout/IconLabelList"/>
    <dgm:cxn modelId="{0E95F7F1-11C9-4745-B6DE-161B972A57B3}" type="presParOf" srcId="{1997B29F-4AF5-4C7B-A2F9-45405627BCA4}" destId="{412DC8CE-DBEB-429F-B94B-490A7FC751F0}" srcOrd="0" destOrd="0" presId="urn:microsoft.com/office/officeart/2018/2/layout/IconLabelList"/>
    <dgm:cxn modelId="{EADE069A-4328-4360-9D3E-34FF4E6CBA42}" type="presParOf" srcId="{1997B29F-4AF5-4C7B-A2F9-45405627BCA4}" destId="{4ADE5A0A-F720-4302-A516-72A2EB86C1E4}" srcOrd="1" destOrd="0" presId="urn:microsoft.com/office/officeart/2018/2/layout/IconLabelList"/>
    <dgm:cxn modelId="{3396EE37-9B74-48F8-8F4F-EC9240C5DC2F}" type="presParOf" srcId="{1997B29F-4AF5-4C7B-A2F9-45405627BCA4}" destId="{12D01BA1-A251-4395-985A-23FE3B2470A8}" srcOrd="2" destOrd="0" presId="urn:microsoft.com/office/officeart/2018/2/layout/IconLabelList"/>
    <dgm:cxn modelId="{5D144B53-A9E6-409A-BFA9-6F388BEF51BE}" type="presParOf" srcId="{5B6CAC12-00B4-4D20-8BAF-760A6BB9F4ED}" destId="{797DC2B3-6E39-4993-BDB2-4967D8A4F5FD}" srcOrd="9" destOrd="0" presId="urn:microsoft.com/office/officeart/2018/2/layout/IconLabelList"/>
    <dgm:cxn modelId="{1DAAE67F-9E00-4199-8F6A-B29B7EA69857}" type="presParOf" srcId="{5B6CAC12-00B4-4D20-8BAF-760A6BB9F4ED}" destId="{94A0C903-98CE-43EB-83E3-E0AC8AB86243}" srcOrd="10" destOrd="0" presId="urn:microsoft.com/office/officeart/2018/2/layout/IconLabelList"/>
    <dgm:cxn modelId="{22698736-6E24-4AA8-B4AA-9FD928D1E41D}" type="presParOf" srcId="{94A0C903-98CE-43EB-83E3-E0AC8AB86243}" destId="{32C61EE8-AF98-440E-87AB-FE26B49CFE72}" srcOrd="0" destOrd="0" presId="urn:microsoft.com/office/officeart/2018/2/layout/IconLabelList"/>
    <dgm:cxn modelId="{6B6C6204-9BBA-4148-B9C6-CEA543818E4A}" type="presParOf" srcId="{94A0C903-98CE-43EB-83E3-E0AC8AB86243}" destId="{1410435E-1D19-4AED-A215-C8C868BCFF07}" srcOrd="1" destOrd="0" presId="urn:microsoft.com/office/officeart/2018/2/layout/IconLabelList"/>
    <dgm:cxn modelId="{E44B89BF-879E-4036-B2DF-1033C04D5EB6}" type="presParOf" srcId="{94A0C903-98CE-43EB-83E3-E0AC8AB86243}" destId="{A8E3D237-2884-40F9-B40F-0F42532A9A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62922-62FD-422F-8A3F-CDD2B045884F}">
      <dsp:nvSpPr>
        <dsp:cNvPr id="0" name=""/>
        <dsp:cNvSpPr/>
      </dsp:nvSpPr>
      <dsp:spPr>
        <a:xfrm>
          <a:off x="438504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4417C-4151-42CB-9DDD-8BE45DB24033}">
      <dsp:nvSpPr>
        <dsp:cNvPr id="0" name=""/>
        <dsp:cNvSpPr/>
      </dsp:nvSpPr>
      <dsp:spPr>
        <a:xfrm>
          <a:off x="1512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Python Programming</a:t>
          </a:r>
          <a:r>
            <a:rPr lang="en-IN" sz="1100" kern="1200" dirty="0"/>
            <a:t> – Used to develop the accident detection and alert system.</a:t>
          </a:r>
          <a:endParaRPr lang="en-US" sz="1100" kern="1200" dirty="0"/>
        </a:p>
      </dsp:txBody>
      <dsp:txXfrm>
        <a:off x="1512" y="2486357"/>
        <a:ext cx="1589062" cy="635625"/>
      </dsp:txXfrm>
    </dsp:sp>
    <dsp:sp modelId="{41C98A3E-4836-4BD1-9B94-A941322B0316}">
      <dsp:nvSpPr>
        <dsp:cNvPr id="0" name=""/>
        <dsp:cNvSpPr/>
      </dsp:nvSpPr>
      <dsp:spPr>
        <a:xfrm>
          <a:off x="2305652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A9A93-75AF-41B1-9EAD-260392A9F70A}">
      <dsp:nvSpPr>
        <dsp:cNvPr id="0" name=""/>
        <dsp:cNvSpPr/>
      </dsp:nvSpPr>
      <dsp:spPr>
        <a:xfrm>
          <a:off x="1868660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CSV File Processing</a:t>
          </a:r>
          <a:r>
            <a:rPr lang="en-IN" sz="1100" kern="1200"/>
            <a:t> – Stores and manages accident records and sensor data efficiently.</a:t>
          </a:r>
          <a:endParaRPr lang="en-US" sz="1100" kern="1200"/>
        </a:p>
      </dsp:txBody>
      <dsp:txXfrm>
        <a:off x="1868660" y="2486357"/>
        <a:ext cx="1589062" cy="635625"/>
      </dsp:txXfrm>
    </dsp:sp>
    <dsp:sp modelId="{8823BDDC-AA47-45DF-A23D-02FF7EB325BD}">
      <dsp:nvSpPr>
        <dsp:cNvPr id="0" name=""/>
        <dsp:cNvSpPr/>
      </dsp:nvSpPr>
      <dsp:spPr>
        <a:xfrm>
          <a:off x="4172801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C73CC-BF47-4ACA-85F4-963F73625DC1}">
      <dsp:nvSpPr>
        <dsp:cNvPr id="0" name=""/>
        <dsp:cNvSpPr/>
      </dsp:nvSpPr>
      <dsp:spPr>
        <a:xfrm>
          <a:off x="3735809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Data Analysis</a:t>
          </a:r>
          <a:r>
            <a:rPr lang="en-IN" sz="1100" kern="1200"/>
            <a:t> – Analyzes collected data to identify accident patterns and trends.</a:t>
          </a:r>
          <a:endParaRPr lang="en-US" sz="1100" kern="1200"/>
        </a:p>
      </dsp:txBody>
      <dsp:txXfrm>
        <a:off x="3735809" y="2486357"/>
        <a:ext cx="1589062" cy="635625"/>
      </dsp:txXfrm>
    </dsp:sp>
    <dsp:sp modelId="{2E3E08C4-8D05-4A8A-A99E-7D7301EF37BD}">
      <dsp:nvSpPr>
        <dsp:cNvPr id="0" name=""/>
        <dsp:cNvSpPr/>
      </dsp:nvSpPr>
      <dsp:spPr>
        <a:xfrm>
          <a:off x="6039949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E6C77-B8F8-4FC7-AACA-E5D8859E0A60}">
      <dsp:nvSpPr>
        <dsp:cNvPr id="0" name=""/>
        <dsp:cNvSpPr/>
      </dsp:nvSpPr>
      <dsp:spPr>
        <a:xfrm>
          <a:off x="5602957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GPS Location Tracking</a:t>
          </a:r>
          <a:r>
            <a:rPr lang="en-IN" sz="1100" kern="1200"/>
            <a:t> – Determines and shares the exact accident location in real time.</a:t>
          </a:r>
          <a:endParaRPr lang="en-US" sz="1100" kern="1200"/>
        </a:p>
      </dsp:txBody>
      <dsp:txXfrm>
        <a:off x="5602957" y="2486357"/>
        <a:ext cx="1589062" cy="635625"/>
      </dsp:txXfrm>
    </dsp:sp>
    <dsp:sp modelId="{412DC8CE-DBEB-429F-B94B-490A7FC751F0}">
      <dsp:nvSpPr>
        <dsp:cNvPr id="0" name=""/>
        <dsp:cNvSpPr/>
      </dsp:nvSpPr>
      <dsp:spPr>
        <a:xfrm>
          <a:off x="7907098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01BA1-A251-4395-985A-23FE3B2470A8}">
      <dsp:nvSpPr>
        <dsp:cNvPr id="0" name=""/>
        <dsp:cNvSpPr/>
      </dsp:nvSpPr>
      <dsp:spPr>
        <a:xfrm>
          <a:off x="7470105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Artificial Intelligence (AI)</a:t>
          </a:r>
          <a:r>
            <a:rPr lang="en-IN" sz="1100" kern="1200"/>
            <a:t> – Automatically detects accidents using intelligent algorithms.</a:t>
          </a:r>
          <a:endParaRPr lang="en-US" sz="1100" kern="1200"/>
        </a:p>
      </dsp:txBody>
      <dsp:txXfrm>
        <a:off x="7470105" y="2486357"/>
        <a:ext cx="1589062" cy="635625"/>
      </dsp:txXfrm>
    </dsp:sp>
    <dsp:sp modelId="{32C61EE8-AF98-440E-87AB-FE26B49CFE72}">
      <dsp:nvSpPr>
        <dsp:cNvPr id="0" name=""/>
        <dsp:cNvSpPr/>
      </dsp:nvSpPr>
      <dsp:spPr>
        <a:xfrm>
          <a:off x="9774246" y="1494301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3D237-2884-40F9-B40F-0F42532A9A9D}">
      <dsp:nvSpPr>
        <dsp:cNvPr id="0" name=""/>
        <dsp:cNvSpPr/>
      </dsp:nvSpPr>
      <dsp:spPr>
        <a:xfrm>
          <a:off x="9337254" y="2486357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Matplotlib &amp; Pandas</a:t>
          </a:r>
          <a:r>
            <a:rPr lang="en-IN" sz="1100" kern="1200"/>
            <a:t> – Used for data visualization, reporting, and performance analysis.</a:t>
          </a:r>
          <a:endParaRPr lang="en-US" sz="1100" kern="1200"/>
        </a:p>
      </dsp:txBody>
      <dsp:txXfrm>
        <a:off x="9337254" y="2486357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A8D7-99B5-098C-EE8A-194760EFC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87671-8E5D-A08C-F4A9-C2D607786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4F74-5725-71A6-773B-9C5412FA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C2E7-5C88-F85B-F852-F0906878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E926-720A-4BA2-F264-F2AF647F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4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78D3-F7D4-F8CC-1B4A-1B006695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CF7CD-E84C-B02B-16AF-5A32F2ED4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D1C2-2A56-63C1-DB8C-9E470406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7D4D9-589B-2EE6-38E2-7CB467992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73861-D00B-46D1-5E4A-A8F5D0B9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52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BD6E-A718-1552-BAB9-07ABF161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4E46A-9E5A-65F3-7700-C7F155F89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BAC3F-AF62-7510-558F-90EAEA2B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02998-3B70-C646-D8B4-F78783EE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AC1C8-EE4F-017B-BA2B-70C89573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8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D337-6BA1-2ED5-1877-DB18E82F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BBB3F-5724-C594-BA1F-321C54DD3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7C168-9918-8BE5-A28B-BD2106A01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45FA8-00F8-07A9-7AEA-F39F526D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87FB3-F8A6-AB73-A823-2ED53C57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385A0-E952-9FA9-80FE-0EE347E2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53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2D2C-A16D-56C5-274B-B36911AE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703D4-3AF7-812B-D6C5-C179C302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792F0-0E5E-5385-FB04-BAF5E0AE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8BBAA-C3C2-57D2-3066-C9A56354A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A668F-3255-D7E0-5074-3A371C60D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48241-9E80-A298-48D6-9781459B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C0524-A165-47C5-62E8-142F5A8F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25E36-7E7B-4D0A-FB82-AF0565B0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91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908E-2440-F9B1-B7CE-EEC1B425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89893-0531-D790-C74F-06272E26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CE70E-D83A-9F4B-2EF7-F5D12726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9459C-9A51-F7A9-C9B6-62F1B234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64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42E9A-76FF-62B4-57A0-D26EBC04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572D5-E72E-312F-1F28-DB2934FE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239A2-AD01-C5AF-AFE8-2577EF32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72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11419-C6C6-AB86-C34F-116F558F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F3C09-186A-7223-C3D6-4FDD80E8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8372B-8C0D-2011-C36B-6CCF21D4B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1C0BF-65DD-4C44-D03A-E5659D74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8B6BA-69C8-FAFB-E373-19CA18AA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0A053-AE07-16E6-1717-41C95D54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CB35-A393-FF33-B73B-DBC47CE88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0AE98-22A1-22AB-81AE-BD1FBBB1A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A0A7A-372B-B6E6-5464-4AB2441C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0A182-BB29-7FEF-4FF2-24239EF6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321D3-1575-E8AC-D74C-15D57CEA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9DBA2-1EEF-944D-1DE0-29295E47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74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2056-51E7-7F3B-B6A8-3FF607A2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C59B6-B28A-29D6-C672-39AEEF507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8EF41-BB7B-63E2-57C8-5054918B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BDB-8491-7AD4-1169-B30903BB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695E-9AD7-92B2-7074-FDBEA4CC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48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D231F-2066-3C55-EED1-30C451ABF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A2A24-B06C-56BD-D4FD-0F729FBC8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FBE92-FDB0-58D6-CFB4-14EDBFAF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F7BB6-8EFB-41F7-037F-6789DFC5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08D07-6299-0636-EB95-7027AAB4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2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43EA4-7856-78BB-DE17-AD423727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CD145-E3D3-32A6-57F0-AA2110874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650F-E0DE-D587-8DE3-491F4543D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1CEBC-AF60-4777-8E4A-0B2CE0292D95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E7AA-E966-373A-7EF8-D0011606D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098BF-E926-6A49-73BE-19557AF8D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689FE-4A70-4ECB-B210-F20C6D8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9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DD49AF-0BB7-6B25-5A66-421B20D77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" b="-78661"/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pic>
        <p:nvPicPr>
          <p:cNvPr id="4" name="Google Shape;131;p25">
            <a:extLst>
              <a:ext uri="{FF2B5EF4-FFF2-40B4-BE49-F238E27FC236}">
                <a16:creationId xmlns:a16="http://schemas.microsoft.com/office/drawing/2014/main" id="{C94F8F15-73AB-762C-8883-155CB82F0DE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26893" y="500063"/>
            <a:ext cx="8633361" cy="8015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BD1ED5-BC60-692C-818F-DF33DE4D3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174" y="2395538"/>
            <a:ext cx="11693793" cy="2547937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4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Road Accident Detection and Automated Rescue Alert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1C8FF-D17F-DF08-9879-38CF2360014A}"/>
              </a:ext>
            </a:extLst>
          </p:cNvPr>
          <p:cNvSpPr txBox="1"/>
          <p:nvPr/>
        </p:nvSpPr>
        <p:spPr>
          <a:xfrm>
            <a:off x="409174" y="5510807"/>
            <a:ext cx="2524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Prof. </a:t>
            </a:r>
            <a:r>
              <a:rPr lang="en-GB" dirty="0" err="1"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DR.Vijayaragavan</a:t>
            </a:r>
            <a:endParaRPr lang="en-GB" dirty="0"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r>
              <a:rPr lang="en-GB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 </a:t>
            </a:r>
            <a:r>
              <a:rPr lang="en-GB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DR.S.K.Aruna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0C09D-E9E8-A372-7240-CD52FFC50186}"/>
              </a:ext>
            </a:extLst>
          </p:cNvPr>
          <p:cNvSpPr txBox="1"/>
          <p:nvPr/>
        </p:nvSpPr>
        <p:spPr>
          <a:xfrm>
            <a:off x="8993344" y="5439072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K.Tejaswi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(192525407)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M.Nagashalini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(192524183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33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74EF3-B34D-E016-0105-A9E717BB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46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4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1AE9-6C4F-F2EE-8071-335D8A6F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are a major cause of injuries and fatalities worldwide, affecting public safety and transportation systems. 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Delayed accident reporting often prevents victims from receiving immediate medical assistance, increasing the risk of severe consequences. 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Quick emergency response is essential to improve survival rates and reduce the impact of injuries. 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reporting methods rely on victims or witnesses, which may not be possible during serious accidents. 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Artificial Intelligence (AI) and Python-based technologies to automatically detect accident events in real time. 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Once an accident is detected, the system instantly sends alerts with location details to emergency services, enabling faster rescue operations and improving road safety. </a:t>
            </a:r>
          </a:p>
          <a:p>
            <a:endParaRPr lang="en-IN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95FA2-EEBB-A1CC-779F-DEDF1EADE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" t="37895" r="-653" b="38057"/>
          <a:stretch>
            <a:fillRect/>
          </a:stretch>
        </p:blipFill>
        <p:spPr>
          <a:xfrm>
            <a:off x="7475633" y="2071316"/>
            <a:ext cx="3941064" cy="365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54657-2BC0-0875-1A0C-55D3C4B1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D28DB-9258-88E6-10B5-1DE3E6DCB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81" r="1" b="25045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53818-8E3A-2AC6-0883-FCC032E87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Detect road accidents automatically using AI-based techniques.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instant emergency alerts upon accident detection.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Share accurate accident location details with rescue services.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accident records for future analysis.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Analyze accident data to identify trends and improve decision-making.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Enhance road safety by reducing rescue response time and improving emergency assistance.</a:t>
            </a:r>
          </a:p>
        </p:txBody>
      </p:sp>
    </p:spTree>
    <p:extLst>
      <p:ext uri="{BB962C8B-B14F-4D97-AF65-F5344CB8AC3E}">
        <p14:creationId xmlns:p14="http://schemas.microsoft.com/office/powerpoint/2010/main" val="321439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68DC-8D02-4DAE-69BE-A5DD92FD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FD3CD-BD3A-8FB8-40AA-927E089AD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3" r="1" b="2005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57D82-88C9-A545-F26F-0603B0BF0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IN" sz="1500">
                <a:latin typeface="Times New Roman" panose="02020603050405020304" pitchFamily="18" charset="0"/>
                <a:cs typeface="Times New Roman" panose="02020603050405020304" pitchFamily="18" charset="0"/>
              </a:rPr>
              <a:t>Emergency services often lack a mechanism to identify accidents immediately after they occur. </a:t>
            </a:r>
          </a:p>
          <a:p>
            <a:r>
              <a:rPr lang="en-IN" sz="1500">
                <a:latin typeface="Times New Roman" panose="02020603050405020304" pitchFamily="18" charset="0"/>
                <a:cs typeface="Times New Roman" panose="02020603050405020304" pitchFamily="18" charset="0"/>
              </a:rPr>
              <a:t>Critical information such as accident location and severity is not available in real time to rescue teams.</a:t>
            </a:r>
          </a:p>
          <a:p>
            <a:r>
              <a:rPr lang="en-IN" sz="1500">
                <a:latin typeface="Times New Roman" panose="02020603050405020304" pitchFamily="18" charset="0"/>
                <a:cs typeface="Times New Roman" panose="02020603050405020304" pitchFamily="18" charset="0"/>
              </a:rPr>
              <a:t> Manual monitoring of road incidents is inefficient and cannot cover all locations continuously.</a:t>
            </a:r>
          </a:p>
          <a:p>
            <a:r>
              <a:rPr lang="en-IN" sz="1500">
                <a:latin typeface="Times New Roman" panose="02020603050405020304" pitchFamily="18" charset="0"/>
                <a:cs typeface="Times New Roman" panose="02020603050405020304" pitchFamily="18" charset="0"/>
              </a:rPr>
              <a:t> Lack of automated communication between accident sites and emergency responders leads to operational delays.</a:t>
            </a:r>
          </a:p>
          <a:p>
            <a:r>
              <a:rPr lang="en-IN" sz="1500">
                <a:latin typeface="Times New Roman" panose="02020603050405020304" pitchFamily="18" charset="0"/>
                <a:cs typeface="Times New Roman" panose="02020603050405020304" pitchFamily="18" charset="0"/>
              </a:rPr>
              <a:t> Absence of centralized accident data collection makes it difficult to analyze patterns and improve road safety measures. </a:t>
            </a:r>
          </a:p>
          <a:p>
            <a:r>
              <a:rPr lang="en-IN" sz="150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intelligent system that can automatically detect accidents, assess the situation, and initiate rescue alerts without requiring human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270398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B9032-63AD-1BF4-A342-BA1C0FD2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Accident Reporting Systems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D1ED-382E-DD15-9D94-3BD18E3D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2000"/>
              <a:t>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Accident information is often reported manually, leading to delays in emergency response.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Rescue teams may not receive accurate details about the accident location and severity.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between accident sites and emergency services can be slow and inefficient.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continuous monitoring and instant accident detection capabilities.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Accident data is not effectively stored or analyzed for identifying safety trends and risk zones.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automation reduces the overall efficiency of rescue operations and road safety management.</a:t>
            </a:r>
          </a:p>
          <a:p>
            <a:endParaRPr lang="en-IN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0CA87-0D74-D154-2671-DAF6F8DA0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09" r="-1" b="37365"/>
          <a:stretch>
            <a:fillRect/>
          </a:stretch>
        </p:blipFill>
        <p:spPr>
          <a:xfrm>
            <a:off x="7649949" y="2669323"/>
            <a:ext cx="3941064" cy="25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4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B96DB-35A9-5C43-FCB3-2E117A34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59" r="21466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50010-45E1-CA28-0B5A-14D1A8C7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N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Accident Detection &amp; Rescue Alert System</a:t>
            </a:r>
            <a:r>
              <a:rPr lang="en-IN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902C-F2CF-9BB0-1D49-0B6E7B843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6532" y="1778000"/>
            <a:ext cx="6485467" cy="4462078"/>
          </a:xfrm>
        </p:spPr>
        <p:txBody>
          <a:bodyPr anchor="ctr"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sensor data to automatically identify road accidents without human intervention.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vehicle conditions and surroundings through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Instantly generates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rescue alerts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an accident is detected, reducing response delays.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shares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accident location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emergency services and registered contacts using GPS.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centralized database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accident records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analysis and decision-making. 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data to improve emergency response strategies, enhance road safety, and reduce accident-related casualties. 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8762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8457-DAC9-5F3F-612C-EB3BCB68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AI-Based Accident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4BE4D-E1E4-19EC-605B-35704C5E9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traffic using cameras and sensors placed on roads.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accidents automatically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movements and collision patterns.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events such as sudden stops, rollovers, or vehicle crashes.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severity of the accident based on the impact and damage indicators.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important information such as accident time and location.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detected accident details to the rescue alert system for immediate action.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866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19D5-0816-9003-23C3-07C14104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2D367-AF0D-B2CA-A9B7-C6B705E2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Roadside cameras and IoT sensors are used to collect real-time traffic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frames are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OpenCV to improve image quality and remove noise.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such as YOLO or CNN are employed to detect and track vehicles.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algorithms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speed, direction, and collision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accident is detected, the system classifies its severity and verifies the event.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accident information is stored in a database and forwarded to the emergency response module.</a:t>
            </a:r>
          </a:p>
        </p:txBody>
      </p:sp>
    </p:spTree>
    <p:extLst>
      <p:ext uri="{BB962C8B-B14F-4D97-AF65-F5344CB8AC3E}">
        <p14:creationId xmlns:p14="http://schemas.microsoft.com/office/powerpoint/2010/main" val="369945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1908E-3FEA-0400-F539-1BC45078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Automated Rescue Alert and Emergency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A548-7B68-0A78-ADCF-BB13D14C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accident information immediately after it is detected by the AI system.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the exact accident location using GPS for accurate emergency assistance.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and sends alerts to nearby ambulance services, hospitals, and police stations.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the victim's registered emergency contacts through SMS or mobile notifications.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updates on rescue team dispatch and response status.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faster emergency response, reducing delays and improving victim safety.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164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B016-F60E-5B78-6190-E4D4EC27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E3B0E-03EF-0376-05B7-D27290062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075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GPS and GSM modules to obtain location data and enable communication.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alert generation system that activates when an accident is confirmed.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cloud servers or databases to store accident details and emergency contact information.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ambulance, hospital, and police service APIs for automated notifications.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SMS messages or mobile app alerts containing accident location and severity details.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rescue operations through a dashboard and provide real-time status updates until assistance arrives.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979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3CA7C-E9FE-EBCA-D497-A6D44589D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05" r="1" b="20071"/>
          <a:stretch>
            <a:fillRect/>
          </a:stretch>
        </p:blipFill>
        <p:spPr>
          <a:xfrm>
            <a:off x="0" y="16932"/>
            <a:ext cx="5060954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B9DAB-F0E2-1DB3-7987-6A64C494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B859-0691-E05C-83A9-A0CCF966D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6200" y="1828800"/>
            <a:ext cx="7035799" cy="4411278"/>
          </a:xfrm>
        </p:spPr>
        <p:txBody>
          <a:bodyPr anchor="ctr">
            <a:normAutofit lnSpcReduction="10000"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flow diagram: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Vehicle/Sensor Data → Python Processing → AI Detection → Accident    Confirmation → Alert Generation → Emergency Services &amp; Contacts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/>
              <a:t>Architecture Description 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Vehicle sensors continuously collect data such as impact force, speed, and motion status.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Python-based processing modules clean,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prepare the sensor data for evaluation.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algorithms examine the processed data to identify potential accident situations accurately.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verifies and confirms the accident to minimize false alerts.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Once confirmed, an automated alert containing accident details and GPS location is generated instantly.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services and registered contacts receive the alert, enabling faster rescue and response operations.</a:t>
            </a:r>
          </a:p>
          <a:p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4063869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6D153-A208-B0ED-D0E6-4210FD0D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9BE240-3CAF-A905-FBB5-5EFDDA72C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87390"/>
              </p:ext>
            </p:extLst>
          </p:nvPr>
        </p:nvGraphicFramePr>
        <p:xfrm>
          <a:off x="720985" y="1451058"/>
          <a:ext cx="10927829" cy="4616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2127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E5389-5510-B9BB-721A-910C9B3A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868" y="-398949"/>
            <a:ext cx="9466072" cy="1783080"/>
          </a:xfrm>
        </p:spPr>
        <p:txBody>
          <a:bodyPr anchor="b"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2C7DD-4E41-F251-10A7-6C6C495A5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90" r="1" b="1451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B61A-9849-DA0E-943E-9E8E188D8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31" y="1926666"/>
            <a:ext cx="7851815" cy="533028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rescue response and emergency assistance.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fatalities by minimizing response time.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accident detection and reporting.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GPS-based location sharing.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storage and management of accident records.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data-driven decision making through analysis and reports.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Vehicles for enhanced road safety.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Services such as ambulances and hospitals.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Management Systems for incident monitoring.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Cities and intelligent transportation networks.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Fleet Monitoring for transport and logistics companies.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Road Safety Analysis to identify accident-prone areas.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82254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1EA71-6667-8F13-FDF3-6B16C1A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032"/>
            <a:ext cx="8218448" cy="1642970"/>
          </a:xfrm>
        </p:spPr>
        <p:txBody>
          <a:bodyPr anchor="b"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9A5C7-6949-946B-758E-996830E9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932" y="1457960"/>
            <a:ext cx="7372815" cy="5215017"/>
          </a:xfrm>
        </p:spPr>
        <p:txBody>
          <a:bodyPr anchor="t"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enables quick and accurate detection of road accidents.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rescue alerts help reduce emergency response time.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GPS-based location sharing assists rescue teams in reaching victims faster.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Accident records can be stored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improvements.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 provides useful insights into accident trends and patterns.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offers an efficient platform for developing smart accident management systems.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IoT sensors for real-time data collection.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of a mobile application for instant notifications and monitoring.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ambulance tracking to improve rescue coordination.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models for higher accident detection accuracy.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Cloud-based data storage for better accessibility and scalability.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smart city and intelligent transportation systems.</a:t>
            </a:r>
          </a:p>
          <a:p>
            <a:endParaRPr lang="en-IN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E72D1-693E-E51A-EA75-A4C069B16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6" r="1" b="10565"/>
          <a:stretch>
            <a:fillRect/>
          </a:stretch>
        </p:blipFill>
        <p:spPr>
          <a:xfrm>
            <a:off x="7551647" y="1272937"/>
            <a:ext cx="2996970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7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9C71F-814A-F9B9-E76D-8AB00566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1547-7837-E0DD-A0A4-B2460F23A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Sadaf Ayesha, Aqsa Aslam, Muhammad Hassan Zaheer, and Muhammad Burhan Khan,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"CIRS: A Multi-Agent Machine Learning Framework for Real-Time Accident Detection and Emergency Response,"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25, no. 18, 2025. P. Madhavi Latha, T. Lakshmi Naveena, T. Kavya Sri, and P. Sujana,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"Smart Shield – Accident Detection and Alert System,"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on Advanced Engineering Hub (IRJAEH)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9, pp. 2342–2348, 2024. Raju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Thommandru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Borugadda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Swaroopa Ran,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"IoT Based Automatic Vehicle Accident Detection and Rescue System,"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Modern Trends in Science and Technology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3, pp. 94–99, 2025.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"Automatic Accident Detection System Using IoT Compared to the Systems that a Traffic Centre Uses for Accident Detection,"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231, pp. 16–23, 2024. </a:t>
            </a:r>
          </a:p>
        </p:txBody>
      </p:sp>
    </p:spTree>
    <p:extLst>
      <p:ext uri="{BB962C8B-B14F-4D97-AF65-F5344CB8AC3E}">
        <p14:creationId xmlns:p14="http://schemas.microsoft.com/office/powerpoint/2010/main" val="381846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1521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Capstone Project   AI-Powered Road Accident Detection and Automated Rescue Alert System</vt:lpstr>
      <vt:lpstr>Introduction </vt:lpstr>
      <vt:lpstr> Objectives</vt:lpstr>
      <vt:lpstr>Problem Statement</vt:lpstr>
      <vt:lpstr>Traditional Accident Reporting Systems</vt:lpstr>
      <vt:lpstr>Smart Accident Detection &amp; Rescue Alert System </vt:lpstr>
      <vt:lpstr>Module 1 – AI-Based Accident Detection</vt:lpstr>
      <vt:lpstr>Implementation</vt:lpstr>
      <vt:lpstr>Module 2 – Automated Rescue Alert and Emergency Response</vt:lpstr>
      <vt:lpstr>Implementation </vt:lpstr>
      <vt:lpstr>System Architecture</vt:lpstr>
      <vt:lpstr>Technologies Used</vt:lpstr>
      <vt:lpstr>Advantages and Applications</vt:lpstr>
      <vt:lpstr>Conclusion &amp; Future Enhancement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 K</dc:creator>
  <cp:lastModifiedBy>Maditati Naga shalini</cp:lastModifiedBy>
  <cp:revision>4</cp:revision>
  <dcterms:created xsi:type="dcterms:W3CDTF">2026-06-18T13:17:32Z</dcterms:created>
  <dcterms:modified xsi:type="dcterms:W3CDTF">2026-06-26T09:28:37Z</dcterms:modified>
</cp:coreProperties>
</file>